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Richer test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DEEFF"/>
                </a:solidFill>
              </a:rPr>
              <a:t>Small caption text at eighteen points</a:t>
            </a:r>
          </a:p>
          <a:p>
            <a:r>
              <a:rPr sz="3200">
                <a:solidFill>
                  <a:srgbClr val="FFD040"/>
                </a:solidFill>
              </a:rPr>
              <a:t>Bigger line at thirty-two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377440"/>
            <a:ext cx="3657600" cy="2011680"/>
          </a:xfrm>
          <a:prstGeom prst="roundRect">
            <a:avLst/>
          </a:prstGeom>
          <a:solidFill>
            <a:srgbClr val="E05A4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Shape with text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4754880"/>
            <a:ext cx="1828800" cy="1463040"/>
          </a:xfrm>
          <a:prstGeom prst="ellipse">
            <a:avLst/>
          </a:prstGeom>
          <a:solidFill>
            <a:srgbClr val="3CB0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3200400" y="4937760"/>
            <a:ext cx="2743200" cy="1097280"/>
          </a:xfrm>
          <a:prstGeom prst="rightArrow">
            <a:avLst/>
          </a:prstGeom>
          <a:solidFill>
            <a:srgbClr val="F0C0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Picture and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486400" cy="4114800"/>
          </a:xfrm>
        </p:spPr>
        <p:txBody>
          <a:bodyPr/>
          <a:lstStyle/>
          <a:p>
            <a:r>
              <a:t>First bullet point</a:t>
            </a:r>
          </a:p>
          <a:p>
            <a:r>
              <a:t>Second bullet, a little longer so it wraps onto another line when the box is narrow</a:t>
            </a:r>
          </a:p>
          <a:p>
            <a:r>
              <a:t>Third bullet</a:t>
            </a:r>
          </a:p>
        </p:txBody>
      </p:sp>
      <p:pic>
        <p:nvPicPr>
          <p:cNvPr id="4" name="Picture 3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Plums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828800" y="1828800"/>
            <a:ext cx="6400800" cy="2743200"/>
            <a:chOff x="1828800" y="1828800"/>
            <a:chExt cx="6400800" cy="2743200"/>
          </a:xfrm>
        </p:grpSpPr>
        <p:sp>
          <p:nvSpPr>
            <p:cNvPr id="3" name="Rectangle 2"/>
            <p:cNvSpPr/>
            <p:nvPr/>
          </p:nvSpPr>
          <p:spPr>
            <a:xfrm>
              <a:off x="1828800" y="1828800"/>
              <a:ext cx="2743200" cy="1828800"/>
            </a:xfrm>
            <a:prstGeom prst="rect">
              <a:avLst/>
            </a:prstGeom>
            <a:solidFill>
              <a:srgbClr val="804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a group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5486400" y="2743200"/>
              <a:ext cx="2743200" cy="1828800"/>
            </a:xfrm>
            <a:prstGeom prst="ellipse">
              <a:avLst/>
            </a:prstGeom>
            <a:solidFill>
              <a:srgbClr val="409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grouped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Grouped shapes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