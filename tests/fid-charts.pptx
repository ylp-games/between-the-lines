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20.4</c:v>
                </c:pt>
                <c:pt idx="1">
                  <c:v>27.4</c:v>
                </c:pt>
                <c:pt idx="2">
                  <c:v>90</c:v>
                </c:pt>
                <c:pt idx="3">
                  <c:v>20.4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30.6</c:v>
                </c:pt>
                <c:pt idx="1">
                  <c:v>38.6</c:v>
                </c:pt>
                <c:pt idx="2">
                  <c:v>34.6</c:v>
                </c:pt>
                <c:pt idx="3">
                  <c:v>31.6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20.4</c:v>
                </c:pt>
                <c:pt idx="1">
                  <c:v>27.4</c:v>
                </c:pt>
                <c:pt idx="2">
                  <c:v>90</c:v>
                </c:pt>
                <c:pt idx="3">
                  <c:v>20.4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30.6</c:v>
                </c:pt>
                <c:pt idx="1">
                  <c:v>38.6</c:v>
                </c:pt>
                <c:pt idx="2">
                  <c:v>34.6</c:v>
                </c:pt>
                <c:pt idx="3">
                  <c:v>31.6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20.4</c:v>
                </c:pt>
                <c:pt idx="1">
                  <c:v>27.4</c:v>
                </c:pt>
                <c:pt idx="2">
                  <c:v>90</c:v>
                </c:pt>
                <c:pt idx="3">
                  <c:v>20.4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30.6</c:v>
                </c:pt>
                <c:pt idx="1">
                  <c:v>38.6</c:v>
                </c:pt>
                <c:pt idx="2">
                  <c:v>34.6</c:v>
                </c:pt>
                <c:pt idx="3">
                  <c:v>31.6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Rent</c:v>
                </c:pt>
                <c:pt idx="1">
                  <c:v>Food</c:v>
                </c:pt>
                <c:pt idx="2">
                  <c:v>Fun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xVal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7</c:v>
                </c:pt>
                <c:pt idx="2">
                  <c:v>5.5</c:v>
                </c:pt>
                <c:pt idx="3">
                  <c:v>4</c:v>
                </c:pt>
                <c:pt idx="4">
                  <c:v>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Clustered columns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Stacked bars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